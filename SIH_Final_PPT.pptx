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Problem Statement ID – 26044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Problem Statement Title – Portal for Academia–Industry Collaboration for Skill Mapping, Internships and Placement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Theme – Education &amp; Skill Development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PS Category – Software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Team ID – [YOUR TEAM ID]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Team Name – [YOUR 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CAREER READINESS OS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Proposed Solution: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• A unified platform that connects Students, Institutions, and Industry.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• Converts learner evidence into verifiable skill profiles.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• Provides AI-generated learning paths, mock interviews, and gap analysis.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• Industry directly matches with candidates based on deterministically verified skills.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• Institutions get macro-level curriculum alignment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Technologies Used: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Frontend: React 19, Vite (Role-based dashboards)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Backend: Django 6.1 REST API, JWT Authentication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Database: PostgreSQL (14 Normalized Apps)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AI Services: Google Gemini 1.5 Flash (Assessments, Mock Interviews)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System Architecture Flow: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57200" y="411480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Client (Student/Industry)</a:t>
            </a:r>
            <a:br/>
            <a:r>
              <a:t>React UI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2560320" y="43891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3017520" y="411480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API Gateway</a:t>
            </a:r>
            <a:br/>
            <a:r>
              <a:t>Django REST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5120640" y="43891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5577840" y="411480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Core Logic</a:t>
            </a:r>
            <a:br/>
            <a:r>
              <a:t>Skill &amp; Match Engine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7680960" y="43891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8138160" y="411480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Database</a:t>
            </a:r>
            <a:br/>
            <a:r>
              <a:t>PostgreSQL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577840" y="548640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AI Services</a:t>
            </a:r>
            <a:br/>
            <a:r>
              <a:t>Gemini 1.5</a:t>
            </a:r>
          </a:p>
        </p:txBody>
      </p:sp>
      <p:sp>
        <p:nvSpPr>
          <p:cNvPr id="17424" name="Down Arrow 17423"/>
          <p:cNvSpPr/>
          <p:nvPr/>
        </p:nvSpPr>
        <p:spPr>
          <a:xfrm>
            <a:off x="6400800" y="5120640"/>
            <a:ext cx="365760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Feasibility: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Technical: Modular Django Apps &amp; REST APIs ensure smooth independent development.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Operational: Single intelligence layer shared by 3 distinct user roles.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Viability &amp; Use Cases: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Student: Find gap → Learn → Prove skill → Apply for Jobs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Institution: See cohort gaps → Align curriculum → Track readiness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Industry: Publish skill needs → Discover verified talent → Provide feedback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Risk Mitigation: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Privacy managed via strict Role-Based Access Control (RBAC) &amp; Audit Logging.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Impact on Target Audience: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Transforms fragmented assessments into a continuous career readiness loop.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Provides students with actionable, daily AI-driven learning timetables.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Key Benefits: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Educational: Empowers colleges to align their curriculum directly with industry demand.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Economic: Reduces skill mismatches and hiring times for companies.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Arial"/>
              </a:defRPr>
            </a:pPr>
            <a:r>
              <a:t>• Social: Fosters digital mentorship and equal opportunity for talent discovery.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Competitor Analysis: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5720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Our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iKlavya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Superset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LinkedIn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Skill Gap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(Evidence-based)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Continuous Skill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(Auto)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Daily Timetable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(AI Planner)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Streak &amp; Gamification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(XP + Levels)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Explainable Job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(AI Driven)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Curriculum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(Full Loop)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