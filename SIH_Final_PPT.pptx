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SMART INDIA HACKATHON 2026</a:t>
            </a:r>
          </a:p>
          <a:p>
            <a:r>
              <a:t>Career Readiness 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Problem Statement ID: 26044</a:t>
            </a:r>
          </a:p>
          <a:p>
            <a:r>
              <a:t>Portal for Academia–Industry Collaboration</a:t>
            </a:r>
          </a:p>
          <a:p/>
          <a:p>
            <a:r>
              <a:t>Team ID: YOUR TEAM ID</a:t>
            </a:r>
          </a:p>
          <a:p>
            <a:r>
              <a:t>Team Name: YOUR REGISTERED TEAM NAME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unified platform connecting Students, Institutions, and Industry.</a:t>
            </a:r>
          </a:p>
          <a:p>
            <a:r>
              <a:t>Converts learner evidence into verifiable skill profiles.</a:t>
            </a:r>
          </a:p>
          <a:p>
            <a:r>
              <a:t>Provides AI-generated learning paths and dynamic skill gap analysis.</a:t>
            </a:r>
          </a:p>
          <a:p>
            <a:r>
              <a:t>Industry directly matches with candidates based on verified skills.</a:t>
            </a:r>
          </a:p>
          <a:p>
            <a:r>
              <a:t>Institutions get macro-level curriculum alignment analytics.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APPROACH &amp; DATA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React 19, Vite (Role-based dashboards)</a:t>
            </a:r>
          </a:p>
          <a:p>
            <a:r>
              <a:t>Backend: Django 6.1 REST API, JWT Authentication</a:t>
            </a:r>
          </a:p>
          <a:p>
            <a:r>
              <a:t>Database: PostgreSQL (14 Normalized Apps)</a:t>
            </a:r>
          </a:p>
          <a:p>
            <a:r>
              <a:t>AI Services: Google Gemini 1.5 Flash</a:t>
            </a:r>
          </a:p>
          <a:p/>
          <a:p>
            <a:r>
              <a:t>End-to-End Data Flow:</a:t>
            </a:r>
          </a:p>
          <a:p>
            <a:r>
              <a:t>Student Evidence → Skill Gap Analysis → Personalized Learning → Job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FEASIBILITY AND VIABILITY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Technical Feasibility: Modular Django Apps ensure smooth, independent development.</a:t>
            </a:r>
          </a:p>
          <a:p>
            <a:r>
              <a:t>Operational Feasibility: Single intelligence layer shared by 3 distinct user roles.</a:t>
            </a:r>
          </a:p>
          <a:p>
            <a:r>
              <a:t>Student Use Case: Find gap → Learn → Prove skill → Apply for Jobs</a:t>
            </a:r>
          </a:p>
          <a:p>
            <a:r>
              <a:t>Institution Use Case: See cohort gaps → Align curriculum</a:t>
            </a:r>
          </a:p>
          <a:p>
            <a:r>
              <a:t>Risk Mitigation: Privacy managed via strict Role-Based Access Control (RBAC).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AND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Transforms fragmented assessments into a continuous career readiness loop.</a:t>
            </a:r>
          </a:p>
          <a:p>
            <a:r>
              <a:t>Provides students with actionable, daily AI-driven learning timetables.</a:t>
            </a:r>
          </a:p>
          <a:p>
            <a:r>
              <a:t>Educational: Empowers colleges to align curriculum with industry demand.</a:t>
            </a:r>
          </a:p>
          <a:p>
            <a:r>
              <a:t>Economic: Reduces skill mismatches and hiring times for companies.</a:t>
            </a:r>
          </a:p>
          <a:p>
            <a:r>
              <a:t>Social: Fosters digital mentorship and equal opportunity for talent discovery.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&amp; COMPETITOR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7455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9352"/>
                <a:gridCol w="1828800"/>
                <a:gridCol w="1828800"/>
                <a:gridCol w="1828800"/>
                <a:gridCol w="1828800"/>
              </a:tblGrid>
              <a:tr h="718457"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Core 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OUR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iKlavya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Superset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LinkedIn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AI Mock Interviews &amp; Resume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Skill Gap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Yes (Evidence-Based)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Basic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Limited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Evidence-Based Skill Profile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Yes (Verified Tests)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Gamified Learning (XP/Streak)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Partial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AI Daily Planner / Roadmap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Institution / Industry 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